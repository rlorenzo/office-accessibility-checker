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13f40a06a94fc0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  <p:sldId id="258" r:id="rIdSlide3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Details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</p:spTree>
  </p:cSld>
</p:sld>
</file>