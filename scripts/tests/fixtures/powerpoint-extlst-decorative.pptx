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2c7de24f4ea4e6a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Slide1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</a:t>
            </a:r>
          </a:p>
        </p:txBody>
      </p:sp>
      <p:pic>
        <p:nvPicPr>
          <p:cNvPr id="3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/>
          <a:stretch>
            <a:fillRect/>
          </a:stretch>
        </p:blipFill>
        <p:spPr/>
      </p:pic>
    </p:spTree>
  </p:cSld>
</p:sld>
</file>