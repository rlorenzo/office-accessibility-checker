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4efbb6278804bb7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Roster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0" y="0"/>
          <a:ext cx="6000000" cy="20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</a:tblGrid>
              <a:tr h="500000">
                <a:tc gridSpan="2"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