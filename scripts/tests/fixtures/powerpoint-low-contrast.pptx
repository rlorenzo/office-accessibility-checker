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65c7fec689b4c82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Slide1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Status</a:t>
            </a:r>
          </a:p>
        </p:txBody>
      </p:sp>
      <p:sp>
        <p:nvSpPr>
          <p:cNvPr id="6" name="Tile 6" decorative="1"/>
          <p:cNvSpPr/>
          <p:nvPr/>
        </p:nvSpPr>
        <p:spPr>
          <a:xfrm>
            <a:off x="0" y="0"/>
            <a:ext cx="3000000" cy="80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>
                <a:solidFill>
                  <a:srgbClr val="CCCCCC"/>
                </a:solidFill>
              </a:rPr>
              <a:t>Hard to read</a:t>
            </a:r>
          </a:p>
        </p:txBody>
      </p:sp>
    </p:spTree>
  </p:cSld>
</p:sld>
</file>