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25dbb1ef0a14dbd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Slide1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Slide1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Inventory</a:t>
            </a:r>
          </a:p>
        </p:txBody>
      </p:sp>
      <p:graphicFrame>
        <p:nvGraphicFramePr>
          <p:cNvPr id="4" name="Table 4"/>
          <p:cNvGraphicFramePr/>
          <p:nvPr/>
        </p:nvGraphicFramePr>
        <p:xfrm>
          <a:off x="0" y="0"/>
          <a:ext cx="6000000" cy="2000000"/>
        </p:xfrm>
        <a:graphic>
          <a:graphicData uri="http://schemas.openxmlformats.org/drawingml/2006/table">
            <a:tbl>
              <a:tblPr/>
              <a:tblGrid>
                <a:gridCol w="3000000"/>
                <a:gridCol w="3000000"/>
              </a:tblGrid>
              <a:tr h="50000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/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