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02be196d6a4991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hyperlink" Target="https://example.com/annual-report" TargetMode="External" Id="rIdLink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</a:t>
            </a:r>
          </a:p>
        </p:txBody>
      </p:sp>
      <p:pic>
        <p:nvPicPr>
          <p:cNvPr id="3" name="Picture 3" descr="Company logo"/>
          <p:cNvPicPr/>
          <p:nvPr/>
        </p:nvPicPr>
        <p:blipFill>
          <a:blip/>
          <a:stretch>
            <a:fillRect/>
          </a:stretch>
        </p:blipFill>
        <p:spPr/>
      </p:pic>
      <p:graphicFrame>
        <p:nvGraphicFramePr>
          <p:cNvPr id="4" name="Table 4"/>
          <p:cNvGraphicFramePr/>
          <p:nvPr/>
        </p:nvGraphicFramePr>
        <p:xfrm>
          <a:off x="0" y="0"/>
          <a:ext cx="6000000" cy="20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50000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ody 5"/>
          <p:cNvSpPr/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Link1"/>
              </a:rPr>
              <a:t>Annual report</a:t>
            </a:r>
          </a:p>
        </p:txBody>
      </p:sp>
    </p:spTree>
  </p:cSld>
</p:sld>
</file>