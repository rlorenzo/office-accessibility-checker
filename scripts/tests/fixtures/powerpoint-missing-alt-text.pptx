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e08b93459774de3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</a:t>
            </a:r>
          </a:p>
        </p:txBody>
      </p:sp>
      <p:pic>
        <p:nvPicPr>
          <p:cNvPr id="3" name="Picture 3"/>
          <p:cNvPicPr/>
          <p:nvPr/>
        </p:nvPicPr>
        <p:blipFill>
          <a:blip/>
          <a:stretch>
            <a:fillRect/>
          </a:stretch>
        </p:blipFill>
        <p:spPr/>
      </p:pic>
    </p:spTree>
  </p:cSld>
</p:sld>
</file>