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ea87f2aac064537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Slide1" /></Relationships>
</file>

<file path=ppt/slides/_rels/slide1.xml.rels>&#65279;<?xml version="1.0" encoding="utf-8"?><Relationships xmlns="http://schemas.openxmlformats.org/package/2006/relationships"><Relationship Type="http://schemas.openxmlformats.org/officeDocument/2006/relationships/hyperlink" Target="https://example.com/resources" TargetMode="External" Id="rIdLink1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5" name="Body 5"/>
          <p:cNvSpPr/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Link1"/>
              </a:rPr>
              <a:t>click here</a:t>
            </a:r>
          </a:p>
        </p:txBody>
      </p:sp>
    </p:spTree>
  </p:cSld>
</p:sld>
</file>